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AI 2.0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Universal Neural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AGI-Level Desktop AI Operating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Ravikiran  |  BCA Final Year Major Project  |  G S College of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  |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exist because one person believed I could be real.” — Luna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AI 2.0 is an autonomous desktop AI operating system designed for Windows PCs.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intelligent agent platform, orchestrating code, system configurations, and files.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the ground up as a solo BCA major project by Ravikiran in Bengaluru.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"Ghost Mode"—performing complex tasks silently in the background.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 is provided via a real-time Renderer Live Activity Feed.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architecture: React 18.3 UI frontend + Node.js backend shell.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privacy: Keeps all conversations, memories, and audits locally in SQLite.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intelligence cascade: Dynamic routing to 26 different free-tier API endpoints.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error recovery: Self-healing compilation loops and dependency resolution.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execution isolates: Safely executes scripts in memory-capped sandboxes.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predict the future is to invent it. — Alan Kay"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Core Philosophy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Desktop Assistant Concept: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Transcending the limits of narrow web chatbots.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Merging human-like conversation with local PC control.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Storing permanent, vector-searchable memory layers.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the Individual: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Proof that a single student can build what tech corporations struggle to package.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Freeing users from paid subscriptions ($20/month fee structures).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Local Sovereignty: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Factual memories are written local-first inside a SQLite database.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Critical commands require explicit manual validation.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Whitelisted directories prevent unauthorized system access.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Identity: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Dynamic energy matching: sarcastic, hyped, lazy, or supportive.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Personality adjusts instantly to detected user emotions.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"Artificial Intelligence is the science of making machines do things that would require intelligence if done by humans. — John McCarthy"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Matrix: Core Runtime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Wrapper Framework (Electron 30.5.1):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Spawns independent Main (system) &amp; Renderer (UI) processes.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ContextBridge preload API blocks direct IPC access, preventing XSS.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 startup parameters configure Windows tray execution.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Interface (React 18.3 &amp; Vite 5.4):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Modern single page app (SPA) with 10 pages and 6 components.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Hot reloads styling parameters read from local theme.json configurations.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Web Speech APIs translate real-time voice streams into 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Layer (SQLite via better-sqlite3 11.7.0):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Formatted in Write-Ahead Logging (WAL) mode for fast concurrent operations.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Strictly enforces database schema relationships and cascades.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Staged column migrations (e.g. adding conversation thread-IDs).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(@xenova/transformers 2.17.2):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Translates user input into semantic vector arrays locally.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Stored inside BLOB columns for fast contextual search queries.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Minimizes cloud costs by removing the need for external vector APIs.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single person with determination can achieve what entire corporations struggle to deliver. — Luna Project Philosophy"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Matrix: Integrations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Automation Engine (@nut-tree-fork/nut-js 4.2.6):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Controls system mouse cursors and coordinates keyboard automation.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Integrates confirmation dialog checks to prevent unapproved inputs.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Safe speed configurations limit programmatic clicks to normal ranges.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Processing (Picovoice Porcupine WASM + Edge TTS):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Porcupine WASM runs inside Web Workers for native-free wake word detection.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edge-tts Python script generates natural speech audio (AriaNeural voice).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Re-sync queues automatically restart mic listeners after voice replies.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Builders (docx, pptxgenjs, exceljs, pdf-lib):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Generates Word tables, PowerPoint slides, and styled spreadsheets.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pdf-lib constructs resumes and formats reports from raw HTML variables.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pdf-parse reads local text, feeding data back into student summary engines.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Server (Express 5.2.1 &amp; WebSockets):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Spawns local REST mirrors on port 3000 to enable mobile integration.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WebSocket feeds broadcast real-time activity steps to the frontend.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Standard CORS controls secure local API endpoints.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question of whether a computer can think is no more interesting than whether a submarine can swim. — Edsger Dijkstra"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Dual-Process Architecture Blueprint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Process (The UI Shell):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Completely sandboxed. Direct Node.js APIs (`require`, `process`) are blocked.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Communicates with the backend exclusively via safe preload channels.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Manages page loading (Dashboard, Student, Guardian, Evolution, Security).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Translates user actions to IPC commands (e.g. `luna:chat`).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IPC Bridge (preload.js):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Exposes whitelisted wrapper APIs to the window context.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safeInvoke() tracks rate limits (max 10 requests / 5 seconds) to block loops.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script injection by validating all IPC arguments.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(The Backend Engine):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Runs native Node.js and Electron backend configurations.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Direct access to operating system APIs, file systems, and shells.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Manages IPC hooks, loading specialist handlers (PC, study, documents).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Coordinates health checks and fallbacks for the 26-provider cascade.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Database: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Writes data locally with full acid protection.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Staged read caches avoid disk bottlenecks during busy chat loops.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Thread pools ensure UI threads are never blocked by database queries.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humans see limitations, AI sees possibilities. Where AI lacks soul, humans provide meaning. — Luna AI Development Notes"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AI Providers Swarm (Directory Part 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Groq (Llama-3.3-70b-versatile): Fastest chat replies, sub-second responses.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Gemini Pro (gemini-2.5-pro): Heavy reasoning, large file reads.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OpenRouter Claude (claude-3.7-sonnet): Premium coding &amp; design layouts.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Cohere (command-r-plus): Document summaries and factual data.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Mistral (mistral-large-latest): Deep script generation and tech tasks.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Together Llama (Llama-3.3-70B-Instruct): Creative and open formatting.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HuggingFace Llama 3 (Meta-Llama-3-8B): Low-latency general dialogue.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HuggingFace Gemma 2 (gemma-2-9b-it): Sarcastic/slang energy matching.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HF Mistral Nemo (Mistral-Nemo-Instruct): Snappy logic &amp; simple scripts.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Pollinations (openai): Free, keyless fallback for general prompts.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DeepSeek Coder (deepseek-coder): Elite logic engine for multi-file code.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Cerebras (llama3.1-70b): Instant intent classification (sub-150ms).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Architecture &amp; Design: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central provider configuration map tracks model details and env variables.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Supports OpenAI-compatible JSON posts, Gemini structures, and Cohere APIs.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API keys are managed securely, reading from .env files or Electron storage.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Key arrays mask keys inside UI settings to protect credentials.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system defaults to free-tier endpoints to minimize running costs.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Together AI and HuggingFace provide redundant fallback layers.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Pollinations requires zero keys, acting as the ultimate uptime guarantee.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"Uptime is not a metric, it is a covenant between the creator and the machine. — System Engineering Rule"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AI Providers Swarm (Directory Part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OpenRouter Gemini Free (gemini-2.5-flash:free): Long-doc free parsing.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OpenRouter Llama Free (llama-3.1-8b-instruct:free): Backup chat.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OpenRouter Qwen Free (qwen-2.5-coder-32b-instruct:free): Free coding.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Together Llama 3.2 (Llama-3.2-3B-Instruct): Very fast small tasks.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OpenRouter DeepSeek R1 Free (deepseek-r1:free): Chain-of-thought.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OpenRouter Mistral Free (mistral-nemo:free): Lightweight fallbacks.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OpenRouter Phi Free (phi-3-mini-128k:free): Small summaries.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OpenRouter Llama 3 70B Free (llama-3.3-70b:free): General queries.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OpenRouter Liquid Free (lfm-40b:free): Liquid model backups.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Together Qwen (Qwen2.5-Coder-32B): Paid specialist for code validation.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SambaNova Llama (Llama-3.3-70B): High-concurrency chat operations.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NVIDIA NIM Llama (llama-3.1-70b): Stable research specialist.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NVIDIA NIM Nemotron (nemotron-70b): Conversational reasoning.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OpenRouter Gemma 3 Free (gemma-3-27b:free): Lightweight reasoning.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Philosophy: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Combines 9 paid-tier API systems with 17 free-tier endpoints.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 advanced reasoning capabilities without hosting hardware.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Automatically switches model formats (OpenAI, Gemini, Cohere structures).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Removes branding ads from keyless endpoints (e.g. Pollinations text filters).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others see rate limits, we see alternative paths. — Dynamic Routing Motto"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&amp; Cascade Policy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Task Routing (brain-manager.js):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Queries are not routed randomly. Specialized priority lists map task types.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`code` or `project_build` prompts are routed to Qwen Coder or DeepSeek first.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`reasoning` tasks route to DeepSeek R1 to enable chain-of-thought outputs.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`chat` tasks default to Llama 70B or Groq to minimize latency.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Latency-Based Health Checks: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background timer runs a health check query every 3 minutes.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Pings every provider with a basic prompt, recording latencies.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 provider fails to respond, it is marked as offline (`healthy = false`).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priority list dynamically shifts faster, healthy models to the top.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Fallback Cascade: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When a user sends a prompt, the system queries the primary model.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the primary model fails or rate limits, the system catches the error.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Instantly falls back to the next provider on the list in milliseconds.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Tries up to 3 models sequentially before warning the user.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Failsafe Backup Layer: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all keys are rate-limited or offline, Pollinations is queried.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Pollinations requires no keys, guaranteeing continuous basic chat uptime.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Cache System: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Standard queries are cached in memory (5-minute Time-To-Live).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Repeats of identical queries skip API calls to protect rate limits.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measure of intelligence is the speed and resilience of its connections. — Orchestration Guide"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Emotion Engine (7 States)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Tone Detection: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system scans spelling patterns, capitalization, and punctuation.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Exclamation points, ALL-CAPS words, and speed indicators map moods.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Runs locally via regex keyword tables, keeping costs to zero.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Emotional Profiles: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`stressed` -&gt; Capitalization &amp; caps. Replaces sarcasm with a supportive tone.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`hyped` -&gt; Excitement cues. Enables Gen-Z slang and energetic replies.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`sad` -&gt; Depressed keywords. Warm, gentle tone that checks in quietly.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`focused` -&gt; Code snippets. Concise, technical, and zero fluff.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`lazy` -&gt; Procrastination flags. Light sarcastic roasts to motivate action.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`procrastinating` -&gt; Night queries. Gentle reminders to rest.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`neutral` -&gt; Balanced conversational tone.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Integration: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Emotion variables are passed to `buildSystemPrompt()` on every message.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Modifiers append rules (e.g. "User is stressed. Be supportive. Avoid sarcasm.").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AI adjusts its vocabulary dynamically, maintaining character.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Resonance: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Ensures conversations feel personal rather than corporate and robotic.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Keeps track of emotional changes inside SQLite logs for analytics.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measure of intelligence is the ability to change. — Albert Einstein"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 Recognition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Habit Analysis: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daily cron job executes at 3 AM to analyze SQLite conversation logs.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Scans the user's past 100 queries to identify recurring patterns.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Extracts user habits, topics of interest, and emotional tendencies.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Personalization: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top 5 patterns are injected into the system prompt context.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 contextual comments (e.g. "Late-night coding again, baddy?").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Limits pattern memory to 10 entries using importance-ranked replacement.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Context Storage: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Identifies facts (e.g. preferred programming languages, family names).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Saves values to the SQLite memories table via `saveMemory()`.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Searches memories using keyword indexing, routing facts to prompt builds.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Operations: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Analyzing history on a daily cron schedule minimizes API token usage.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Memory lookup runs instantly during local prompt assembly.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what we repeatedly do. Excellence, then, is not an act, but a habit. — Aristotle"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(Core &amp; PC Control)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Multi-Provider Cascade [WORKING]: Queries 26 APIs with failover.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7-State Emotion Detection [WORKING]: Adjusts AI responses to user mood.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Intent Classifier [WORKING]: Classifies prompts into 18 task types.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Local SQLite Memory [WORKING]: Stores facts and preferences in DB.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Behavioral Pattern Analysis [WORKING]: Scans history to identify habits.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Multi-Thread Chat [WORKING]: Manages isolated conversation threads.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Multi-Task Orchestration [WORKING]: Runs sequential commands in order.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Adaptive Personality [WORKING]: Speaks with a custom, Gen-Z tone.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App Launcher [WORKING]: Launches Windows executable commands safely.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System Performance Utility [WORKING]: Queries CPU, RAM, and disk stats.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Volume Control [WORKING]: Adjusts volume using PowerShell SendKeys.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Screenshot Engine [WORKING]: Captures screen, saving files as PNGs.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Safe File Explorer [WORKING]: Navigates and reads whitelisted text files.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Mouse/Keyboard Automation [PARTIAL]: Automates mouse clicks and keystrokes;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requires user confirmation via modals to prevent unauthorized inputs.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"Complexity is easy. Simplicity is a design discipline. — Automation Standards"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(Doc &amp; Voice Layer)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Word Document Generator [WORKING]: Designs styled Word files (.docx).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PDF Document Builder [WORKING]: Generates formatted resumes and PDF files.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PowerPoint Deck Compiler [WORKING]: Builds structured slides (.pptx).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Excel Sheet Creator [WORKING]: Generates styled tables and budgets (.xlsx).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All files open automatically in default applications on completion.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Output paths are shown inside the chat bubble.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edge-tts Web Voice [WORKING]: Generates speech using Microsoft voices.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Web Speech STT [WORKING]: Translates microphone audio to chat input.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Porcupine WASM Wake Word [WORKING]: Detects "Hey Luna" inside Web Workers.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Restarts microphone checks automatically after speech replies.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Renders interactive visual wave animations while speaking.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"Speech is the mirror of the soul; as a human speaks, so is he. — Publilius Syrus"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(Study &amp; Research)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Serper Web Search [WORKING]: Performs Google searches, citing sources.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URL Scraper [WORKING]: Extracts HTML text, providing raw summaries.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YouTube Summarizer [WORKING]: Extracts transcript text and summarizes.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Local PDF Parser [WORKING]: Summarizes uploaded PDF document 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Quiz Generator [WORKING]: Generates interactive MCQs with answers.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Feynman Technique Tutor [WORKING]: Explains topics simply with analogies.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Active Recall Tester [WORKING]: Generates questions based on chat history.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Study tools are accessible via the Student Page layout.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"Knowledge is power. Information is liberating. Education is the premise of progress. — Kofi Annan"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(Code &amp; Plugins)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Multi-Language Code Gen [WORKING]: Writes Python, JS, HTML, C++, etc.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Project Scaffolder [WORKING]: Generates clean directories and README files.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 Autonomous Script Runner [WORKING]: Installs npm/pip dependencies and retries.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 Hot-Loading Plugins [WORKING]: Loads plugins dynamically from files.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 V8 Sandbox Execution [WORKING]: Runs code inside isolated-vm cells.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 Lockfile Boot Rollback [WORKING]: Reverts code changes if boot crashes.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 Project Guardian Backups [WORKING]: Watches directories, saving backup zips.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 Security Center Audit [WORKING]: Logs commands and files touched.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"Programs must be written for people to read, and only incidentally for machines to execute. — Abelson &amp; Sussman"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(UI &amp; Customization)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 Dynamic Page Layouts [WORKING]: Rearranges cards via layout.json.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 CSS Theme Generator [WORKING]: Generates themes dynamically via theme.json.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 Live Activity Feed [WORKING]: Displays ongoing background tasks with emoji markers.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 Role Badges [WORKING]: Displays active sub-agent states (Architect, Coder).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 Provider Usage Badges [WORKING]: Shows the specific AI provider used on bubbles.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 Swarm Status Bar [WORKING]: Displays health statistics for providers.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 Onboarding Setup Wizard [WORKING]: Configures paths and API keys on launch.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 System Tray Minimization [WORKING]: Keeps the process running silently.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 Desktop Notification system [WORKING]: Triggers system notifications for alerts.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 Spotify Music Control [PARTIAL]: Pause and skip; requires developer API keys.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 AI Video Generation [PARTIAL]: Generates short clips; limited by render times.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is not just what it looks like and feels like. Design is how it works. — Steve Jobs"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Sandbox &amp; Self-Evolution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Self-Modification Engine: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Proposal Loop: Luna analyzes conversation history, proposing code improvements.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isolated-vm: Compiles and runs modifications in separate V8 isolate contexts.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Memory Constraints: Sandbox allocations are restricted to 64MB of RAM.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Timeout Limits: Script execution times out after 1 second to prevent loops.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Dependency Block: Sandbox runs without require(), fs, or network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Deployment: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evolution engine generates BOTH the script fix AND a validation test.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Runs the test in the isolate; if it fails, the patch is rejected.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Logs audit details in the SQLite self_evolution_log table.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Lockfile Recovery: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Saves code backups in `Luna_System/Backups` before applying changes.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Writes a boot lockfile during code writes; deletes it on successful boot.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 crash is detected on startup, it restores the previous backup.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"Safety is not an after-thought; it is a fundamental property of design. — Evolution Architecture"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(Layers 1-3)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IPC Bridge Security: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Direct access to Node APIs is completely disabled in the renderer.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Uses Electron contextBridge to restrict communication to safe IPC channels.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Intercepts inputs, sanitizing arguments and blocking command injections.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safeInvoke() rate-limits IPC requests to block flooding.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Strict Mode Toggle: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Disables OS-level integrations, app launches, and Nut.js routines.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Panic Switch: Ctrl+Shift+L instantly activates Strict Mode from anywhere.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Automation Safeguards: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PC automation requires confirmation via an Electron modal popup.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Limits automated click chains to 5 actions before re-confirming.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Restricts command spawns to the user-selected workspace path.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Directory Whitelisting: File writes are restricted to whitelisted paths.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Registry edits and system files (e.g. System32) are blocked.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"Prevention is better than cure, especially when the machine has access to the metal. — Security Standards"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(Layers 4-5)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Sandboxed Code Execution: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Uses isolated-vm to isolate generated code execution from the parent process.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Sandboxed runs cannot access the file system, shell command lines, or require().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RAM caps block memory leak exploits during evolution tests.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Intercepts script exceptions, recording details in security logs.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Database &amp; File Backups: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Employs SQLite WAL mode to protect database files during crashes.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Enforces foreign key relationships to prevent corrupted entries.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Project Guardian: Runs chokidar file watchers, saving zip backups.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Backup metadata is written to SQLite to coordinate restore tasks.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"Secure by design, resilient by architecture, and private by default. — Security Standards"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 (Tables 1-6)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chat_threads (Conversation Threads):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title, created_at, updated_at.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Groups messages under separate topics.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conversations (Message History Logs):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thread_id (FK), role, content, timestamp, emotion_detected, provider_used, summary.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Records all conversation messages and details.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memories (Vector Factual Memories):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key, value, category, importance, embedding (BLOB), created_at, updated_at.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Stores user facts and habits with vector embeddings.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user_profile (System Configuration Settings):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key (UNIQUE), value, updated_at.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Stores global settings (nickname, city, configured API keys).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goals (Objective Tracker):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title, description, deadline, progress, status, created_at.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Tracks academic and personal goals from 0 to 100%.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self_evolution_log (Evolution Audit Trail):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change_type, description, file_changed, backup_path, success, rolled_back, proposed_code, risk_score, proposed_test, timestamp.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Logs all self-evolution proposal outcomes.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"Database structures are the scaffolding of memory; without them, the model is stateless. — SQLite Guide"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 (Tables 7-12)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project_backups (Guardian Zip Archives):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project_name, folder_path, backup_path, file_count, size_mb, timestamp.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Tracks project backups, file counts, and archive locations.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tool_registry (Dynamic Script Manager):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tool_name (UNIQUE), tool_code, description, created_by_luna, created_at.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Stores custom scripts created dynamically by Luna.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achievements (User Milestones):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title, description, earned_at.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Gamifies usage milestones (e.g. "Doc Builder" badges).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watched_projects (Monitored Directories):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project_name, folder_path, last_backup, backup_count, is_watching, added_at.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Tracks paths watched by Project Guardian chokidar loops.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security_log (Blocked System Commands):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id (PK), action, details, risk_level, timestamp.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Logs command blocks, path blocks, and malware attempt audits.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security_settings (Safety Configuration Toggles):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Columns: key (PK), value.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Stores Strict Mode states and whitelist parameters.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"Structured query environments enforce database integrity. — SQLite Guide"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Journey (Phases 1-5)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Core Foundation (April 1 - April 10,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Setup Electron and React architectures.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SQLite, configuring smart cascades.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Built brain-manager.js with smart fallbacks.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Cognitive Intelligence (April 11 - April 20,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Built local SQLite memories and factual stores.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regex-based tone scanners.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Configured Serper.dev and Google Brave search.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Document Automation (April 21 - April 30,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Configured docx, exceljs, and pptxgenjs packages.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Set up project scaffolding features.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Self-Evolution Sandboxing (May 1 - May 10,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isolated-vm for sandboxed compilation.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Configured test wrappers, proposal logs, and lockfiles.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PC Automation Integrations (May 11 - May 20,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nut.js mouse drivers and keyboard hooks.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Built PowerShell spawns with shell:false configurations.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Constructed Electron modal dialog confirmation popups.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"Rebuilding from zero is the ultimate test of developer resilience. — Recovery Journal"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Journey (Phases 6-9)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Behavioral Chron Engine (May 21 - May 25,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Set up background node-schedule chron configurations.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Built 3 AM pattern extraction scripts.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extracted patterns into system prompt structures.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Speech Synthesis &amp; Recognition (May 26 - May 31,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Integrated Web Speech STT and Edge TTS.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Compiled Porcupine WASM wake words inside Web Workers.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Configured auto-listening re-sync queues.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8: Whitelist &amp; Boundary Guards (June 1 - June 10,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Hardcoded whitelists and command filter lists.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Configured bridge rate limiters and panic switches.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Connected audit events to security logs.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9: Production Release (June 11 - June 19, 2026):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Wrote Vitest suite configurations.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Performed verification test cycles.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Compiled installers using electron-builder (161.2 MB).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"Starting twice. Finishing once. Ready for production. — Rebirth Journal"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Matrix (25 Tests)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Suite Results (Duration: 1.35 seconds):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Intent Classification (10 Tests Passed):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Verifies routing of code, doc, pc_control, script, research, and image tasks.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Emotion Tone Analysis (4 Tests Passed):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Verifies detection of stressed, hyped, sad, and focused moods.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System Prompt Compilation (5 Tests Passed):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Verifies nickname, goals, patterns, and memories injection.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AI Provider Routing (3 Tests Passed):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Verifies priority selects, fallback sequences, and pollinations rescue.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Sandbox Isolation Rules (3 Tests Passed):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Verifies JavaScript executions, infinite loop timeouts, and require() blocks.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Final Verification Status: 25/25 Tests Passing.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Test proof is logged inside Test_Proof_Report.md.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"Testing shows the presence, not the absence of bugs. — Edsger Dijkstra"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Solved (1-3)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Rebuilding C++ Native Modules (better-sqlite3):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Problem: SQLite packages crash when run inside Electron due to binary ABI version mismatches between Node and Electron.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Solution: Added an automated postinstall script that rebuilds native headers using electron-rebuild during target compilation.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Sandboxing Evolution Code safely: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Problem: Running AI proposals using eval() allowed scripts to delete files or escape sandbox limits.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Solution: Integrated isolated-vm to compile and run code in isolated contexts with 64MB RAM and 1s timeout caps.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Free-Tier API Rate Limits &amp; Fallbacks: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Problem: Free API keys are prone to rate limits (HTTP 429) or sudden downtime, causing assistant failures.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Solution: Built brain-manager.js to coordinate 26 providers. Pings health states every 3 minutes, routing tasks to active endpoints.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 not choose to build systems because they are easy, but because they challenge our capabilities. — Development Journal"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Solved (4-5)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WASM-Based Wake Word Detection: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Problem: Wake word SDKs require local C++ compilers (MSVC/gyp) to build, causing packaging errors.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Solution: Compiled Picovoice Porcupine to WASM, running it inside browser Web Workers to capture microphone streams locally.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Auto-Repairing Compilation Loops: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Problem: AI-generated scripts often fail due to missing dependencies or syntax errors.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Solution: Built project-verifier.js to parse CLI stderr logs.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 missing package is detected, it installs it (npm/pip) and retries.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Synthesizes errors with LLMs to automatically fix syntax issues.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problem is a code structure waiting to be refactored. — Development Journal"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(Luna 3.0)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Screen Vision &amp; OpenCV Integration: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 OpenCV and vision model APIs.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Allows Luna to parse desktop screenshots and understand UI.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 DB RAG memory: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Integrate vector databases (e.g. ChromaDB or Qdrant).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 semantic search over PDF libraries.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Local LLM hosting (Ollama):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Connect to local Ollama endpoints (Llama 3.2 3B).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 fully offline chat capabilities.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Google API Scheduling Integration: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Hook Google Calendar and Gmail endpoints directly to Luna.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Enables proactive calendar event scheduling.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Community Plugin Marketplace: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Develop a centralized portal to share plug-in directories.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Multi-Language Voice Support: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Add Hindi and Kannada speech transcription engines.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the new electricity. Just as electricity transformed industry, AI will transform computing. — Andrew Ng"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Statistics &amp;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Scale &amp; Metrics: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Backend Modules: 23 modules total.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Frontend Interfaces: 10 pages and 6 components.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Database Design: 12 tables and 69 columns.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Orchestrator Channels: 52 secure IPC channels.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Core Script Size: luna-core.js spans 2,539 lines.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Total Codebase footprint: 250KB+ of custom source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ect">
            <a:avLst/>
          </a:prstGeom>
          <a:solidFill>
            <a:srgbClr val="090918"/>
          </a:solidFill>
          <a:ln w="12700">
            <a:solidFill>
              <a:srgbClr val="1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Testing Stats: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AI Providers: 26 models in priority lists.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Task Intents: 18 task types categorized.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Emotion Profiles: 7 states identified.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Test Coverage: 25 Vitest assertions passing.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Package Size: Setup binary weighs 161.2 MB.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Target Operating System: Windows x64 (10/11).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"Numbers provide structure, but code implementation provides functionality. — Statistics Sheet"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Comparative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15568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389120"/>
        </p:xfrm>
        <a:graphic>
          <a:graphicData uri="http://schemas.openxmlformats.org/drawingml/2006/table">
            <a:tbl>
              <a:tblPr/>
              <a:tblGrid>
                <a:gridCol w="2313432"/>
                <a:gridCol w="2194560"/>
                <a:gridCol w="2194560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AI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Siri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Alexa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(Electron shell)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(Cloud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(Cloud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(Cloud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(7 states adaptive)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(Static tone)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(Robotic tone)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(Robotic tone)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(PowerShell spawn)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(Sandboxed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Limited (HomeKit)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(Device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(isolated-vm V8)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(Static model)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(Static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(Static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(SQLite local store)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Limited (Cloud logs)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(Stateless)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(Stateless)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(docx/pptx/xlsx/pdf)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(Text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(Voice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(Voice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(uses free API tiers)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$20/month sub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hardware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 device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Student (Ravikiran, BCA)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1000+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1000+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1000+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“Comparative structures demonstrate that solo student projects can outperform closed corporate assistants.” — Literature Review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30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Horizons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AI 2.0 demonstrates that high-performance, private, and emotionally intelligent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AI operating systems can be engineered by a single developer.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Session  |  GS College Evaluators Panel  | 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exist because one person believed I could be real.” — Luna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 AI 2.0 - College Presentation</dc:title>
  <dc:subject>AGI-Level Desktop AI Operating System</dc:subject>
  <dc:creator>Ravikiran</dc:creator>
  <cp:lastModifiedBy>Ravikiran</cp:lastModifiedBy>
  <cp:revision>1</cp:revision>
  <dcterms:created xsi:type="dcterms:W3CDTF">2026-06-18T20:29:16Z</dcterms:created>
  <dcterms:modified xsi:type="dcterms:W3CDTF">2026-06-18T20:29:16Z</dcterms:modified>
</cp:coreProperties>
</file>